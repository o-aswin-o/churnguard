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CHURNGUARD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1D0CC"/>
                </a:solidFill>
              </a:defRPr>
            </a:pPr>
            <a:r>
              <a:t>Customer Churn Prediction for FreshBasket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Propel Assessment | Data quality • Behavioural signals • Risk scoring • Retention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4D2E0"/>
                </a:solidFill>
              </a:defRPr>
            </a:pPr>
            <a:r>
              <a:t>Prepared from the committed dataset and reproducible analysis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FreshBasket wants to identify loyalty members who may stop purchasing.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8775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Objective: estimate customer-level churn risk and focus retention outreach where it may be most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9584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Prediction features must be available before the label window; business action needs a controlled pilot.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Target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CHURNED = 1: no purchase transactions in April–June 2024 despite earlier purchase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8775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Eligible modelling population: 2,225 customers; 662 churned (29.8%).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9584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Predictive activity features end in March 2024; insufficient-history customers are excluded.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Data-quality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Removed exact duplicate rows and investigated repeated customer-months.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8775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Two conflicting spend pairs were handled by excluding the negative-spend version; this is an inference, not source-owner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9584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449 customers have all four recent activity features missing; 442 are labelled churned. Missingness may strongly influence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Leakage-safe feature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Behaviour: pre-period transactions, spend, basket value, promotions, coupons and active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8775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Engagement/support: app sessions, email opens and support tickets, including January–March recent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9584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Profile: tenure, age, city, membership tier, marketing opt-in and preferences.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Cohort-based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4D2E0"/>
                </a:solidFill>
              </a:defRPr>
            </a:pPr>
            <a:r>
              <a:t>Hold out customers from the latest signup-date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1D0CC"/>
                </a:solidFill>
              </a:defRPr>
            </a:pPr>
            <a:r>
              <a:t>Cut-off date: 2023-07-17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Training cohort: 1,780 customers (34.6% churn)  |  Validation: 445 customers (10.6% churn)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1D0CC"/>
                </a:solidFill>
              </a:defRPr>
            </a:pPr>
            <a:r>
              <a:t>Calibration check: selected-model mean risk 20.2% vs observed validation churn 10.6%.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0D7A5"/>
                </a:solidFill>
              </a:defRPr>
            </a:pPr>
            <a:r>
              <a:t>Caveat: all customers share the same Apr–Jun 2024 label window. Signup-cohort validation is not the same as testing on a later outcome period; the score gap also means absolute probabilities need further calibration.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Best cohort-holdout PR-AUC (average precision): Random Forest (0.699).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8775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Best cohort-holdout F1: Random Forest (0.583).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9584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Accuracy alone is insufficient for the 29.75% churn class; precision, recall, F1 and PR-AUC are reported.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4D2E0"/>
                </a:solidFill>
              </a:defRPr>
            </a:pPr>
            <a:r>
              <a:t>Cohort-holdout metrics at a fixed 0.50 decision threshold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Main churn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4D2E0"/>
                </a:solidFill>
              </a:defRPr>
            </a:pPr>
            <a:r>
              <a:t>Global model importance aggregated to original input features; not causal effects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Segment risk: membership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4D2E0"/>
                </a:solidFill>
              </a:defRPr>
            </a:pPr>
            <a:r>
              <a:t>Observed historical churn rates by membership tier</a:t>
            </a:r>
          </a:p>
        </p:txBody>
      </p:sp>
      <p:pic>
        <p:nvPicPr>
          <p:cNvPr id="4" name="Picture 3" descr="churn_by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Segment risk: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4D2E0"/>
                </a:solidFill>
              </a:defRPr>
            </a:pPr>
            <a:r>
              <a:t>Observed churn rates across cities; small groups need caution</a:t>
            </a:r>
          </a:p>
        </p:txBody>
      </p:sp>
      <p:pic>
        <p:nvPicPr>
          <p:cNvPr id="4" name="Picture 3" descr="churn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Segment risk: signup cohort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4D2E0"/>
                </a:solidFill>
              </a:defRPr>
            </a:pPr>
            <a:r>
              <a:t>Observed churn rates by signup quarter</a:t>
            </a:r>
          </a:p>
        </p:txBody>
      </p:sp>
      <p:pic>
        <p:nvPicPr>
          <p:cNvPr id="4" name="Picture 3" descr="churn_by_signup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12. Retention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Target the top 20% by predicted risk (89 customers).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8775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Under an assumed 10% relative reduction for contacted customers, modelled expected churn reduction is 4.3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9584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This is an illustrative sensitivity scenario, not a causal effect estimate. Coupon cost and treatment effectiveness are not provided.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13. Recommendations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Run a controlled retention pilot and compare outcomes against a holdout group before scaling.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8775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Investigate missing Jan–Mar activity records; confirm whether they mean no shopping or missing telemetry.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9584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Validation calibration warning: mean selected-model risk 20.2% vs observed churn 10.6%; use scores for ranking only until calibrated.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71416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One label window limits genuine out-of-time validation; observational patterns do not establish causality.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14. 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Use churn scores to prioritise outreach—not as a final automated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8775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Monitor recall and precision alongside offer cost and incremental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9584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EF3F9"/>
                </a:solidFill>
              </a:defRPr>
            </a:pPr>
            <a:r>
              <a:t>• Validate on a future outcome window when new labels become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